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DFD56-69CD-971B-A97C-34C015654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53F444-CF14-4188-07A6-9B9F34090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5C8D7-4783-BE0C-357F-8064A8267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70429-F754-2E24-9632-5419842D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14D58-08C4-3231-934A-A6F974B1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98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E784-E6E7-97CF-8C39-073DD9D9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DC05-F1A7-188E-AECF-67ED918BC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B6D01-7642-1C0A-CEEE-00249CA05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EF663-D195-A043-F74B-EB1F9C20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1EA15-0736-5106-7303-2A3BA3160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15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7E00-7C8F-83B5-9D48-F83B000CC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585C5-A80B-0B93-C8D7-61BDC6175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D13FC-E85F-976D-267F-4B0C217D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674B0-759A-7DFB-B2F9-91799B6B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6CA3F-5954-EDF4-1262-E8148874C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1239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F6229-24A5-03D2-D55F-2C2DF53C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2FC02-41E2-20FC-FAC5-F3AD92DCA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D7A2C-F251-A5C5-9782-308B117F7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F87AA-A862-33E4-11D5-2BBE177BE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56148-D18A-01B4-5574-6F98DA68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4E9FB-7BE3-2298-7169-1C0F06BB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75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1AB2-4464-0E7A-CF37-3EB27E4B3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2F08A-5948-EE0E-5417-1AE4E5ADB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F0BA4-0204-5F5F-40BB-F40F84F77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D8A24-105B-C9C4-22E1-F8DE5DBE0C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77B90-E2F0-E1BB-0E7B-69CBB73F1B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1367EC-586A-8502-B2C4-E8C4E82D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417A8F-CDA2-076E-5C2E-F48435D3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929B2-8E6A-BBA8-5C6F-FE8DAD9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8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7C1DA-93E2-62DD-D962-E2C04B828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8846B-46F5-8B30-156B-433F92D3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D4F2C-0A4E-9E5C-AF6D-DAA5011F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034C2-846E-162A-7907-FE8082AB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34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0AA83-1A39-A762-656A-8AC7E7C8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43B923-8172-0410-95EE-40C6A9E1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3BF31-E557-F0A4-C446-F462EC06A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04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678C-87AA-EEFF-E275-336A2836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9C7A-BB2E-3602-FD29-79078CB6A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AC954-8956-2D13-89D9-725A82D1A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1ECAB-3A6B-4FE5-FE43-C90D9810F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32CB8-D468-7DAC-B0AF-FB4461B4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F55B9-2DB3-467D-0EE2-70635063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07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E9F67-46BB-F776-13E9-1B19BD55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B59057-36CB-B7B3-96F1-64703539A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0289C-B2ED-D4DD-5042-EDC657C8B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B033E-4AAF-D68A-282C-331A9715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4BE9A-42F6-E839-7F05-B12677363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44000-1F2C-6AEF-D81A-16BAAD84E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988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B60D-FEFA-E725-0FA5-C6D125158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7CC75-03FB-A1FF-7665-02A6F9D41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0E968-67C9-8E07-7F1F-848D57F5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2F117-2500-A8D3-60D7-C697C6FE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4FF68-9A25-8049-9347-30F3922C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B0760-E0BD-0430-3195-EF38CAB5AF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22A50-D013-5D94-F9FD-6FF42F2D0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551DB-55DE-A8D6-6BD5-12093ABD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1BF48-4A4D-7B4E-4E64-7E4B5B06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9F1E0-525A-11CA-1D05-9A27A8E1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75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C6942E-3839-2728-28DA-75B0077C8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85A08-36BC-91A3-836C-0D5DBAAA4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E3CB5-D824-5187-5AA0-CB2A1AB40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E0275-9B59-4069-B682-9A36D3E8E4F3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FA60F-7E6D-27AB-58F7-B4F16784D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FF85A-3485-6CE7-C914-65159E6C01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5ADB4-15EB-44E5-B96D-66CC6E1BC7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58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0966C-FAFD-35D6-6585-7CEF22B5B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1756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dirty="0" err="1"/>
              <a:t>OceanPlastic</a:t>
            </a:r>
            <a:r>
              <a:rPr lang="en-US" sz="4000" dirty="0"/>
              <a:t> Detector</a:t>
            </a:r>
            <a:br>
              <a:rPr lang="en-US" sz="4000" dirty="0"/>
            </a:br>
            <a:r>
              <a:rPr lang="en-US" sz="4000" dirty="0"/>
              <a:t>Deep Learning-Based Identification of Marine Plastic Waste from Ocean Images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7C893C-FB41-8977-3E90-922F770E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03794"/>
          </a:xfrm>
        </p:spPr>
        <p:txBody>
          <a:bodyPr>
            <a:normAutofit/>
          </a:bodyPr>
          <a:lstStyle/>
          <a:p>
            <a:r>
              <a:rPr lang="en-US" dirty="0"/>
              <a:t>Submitted by: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 err="1"/>
              <a:t>Bumeeswar.S</a:t>
            </a:r>
            <a:br>
              <a:rPr lang="en-US" dirty="0"/>
            </a:br>
            <a:r>
              <a:rPr lang="en-US" dirty="0"/>
              <a:t>- Raga </a:t>
            </a:r>
            <a:r>
              <a:rPr lang="en-US" dirty="0" err="1"/>
              <a:t>Amirtha.A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Department of Data Science</a:t>
            </a:r>
            <a:br>
              <a:rPr lang="en-US" dirty="0"/>
            </a:br>
            <a:r>
              <a:rPr lang="en-US" dirty="0"/>
              <a:t>SRM Institute of Science and Technology</a:t>
            </a:r>
            <a:br>
              <a:rPr lang="en-US" dirty="0"/>
            </a:br>
            <a:r>
              <a:rPr lang="en-US" dirty="0"/>
              <a:t>Academic Year: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71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38F7-9A69-7B12-F7F0-58B56F83D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5D44-1138-DE24-3565-16CFFA9C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Marine plastic pollution is a major environmental issue that threatens marine ecosystems and biodiversity.</a:t>
            </a:r>
          </a:p>
          <a:p>
            <a:endParaRPr lang="en-US" dirty="0"/>
          </a:p>
          <a:p>
            <a:r>
              <a:rPr lang="en-US" dirty="0"/>
              <a:t>Manual monitoring of floating plastic waste from ocean images is slow, difficult, and not scalable.</a:t>
            </a:r>
          </a:p>
          <a:p>
            <a:endParaRPr lang="en-US" dirty="0"/>
          </a:p>
          <a:p>
            <a:r>
              <a:rPr lang="en-US" dirty="0"/>
              <a:t>This project aims to automate marine plastic waste detection using deep learning and computer vision.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26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83C0-B59A-6777-1813-61EF181A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E8796-C10F-AA9E-0453-A2301224A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583995" cy="377876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- Detect plastic waste in ocean images</a:t>
            </a:r>
          </a:p>
          <a:p>
            <a:pPr marL="0" indent="0">
              <a:buNone/>
            </a:pPr>
            <a:r>
              <a:rPr lang="en-IN" dirty="0"/>
              <a:t>- Build a baseline CNN model</a:t>
            </a:r>
          </a:p>
          <a:p>
            <a:pPr marL="0" indent="0">
              <a:buNone/>
            </a:pPr>
            <a:r>
              <a:rPr lang="en-IN" dirty="0"/>
              <a:t>- Improve performance using MobileNetV2</a:t>
            </a:r>
          </a:p>
          <a:p>
            <a:pPr marL="0" indent="0">
              <a:buNone/>
            </a:pPr>
            <a:r>
              <a:rPr lang="en-IN" dirty="0"/>
              <a:t>- Compare both deep learning models</a:t>
            </a:r>
          </a:p>
          <a:p>
            <a:pPr marL="0" indent="0">
              <a:buNone/>
            </a:pPr>
            <a:r>
              <a:rPr lang="en-IN" dirty="0"/>
              <a:t>- Support AI-based marine pollution monitoring</a:t>
            </a:r>
          </a:p>
        </p:txBody>
      </p:sp>
    </p:spTree>
    <p:extLst>
      <p:ext uri="{BB962C8B-B14F-4D97-AF65-F5344CB8AC3E}">
        <p14:creationId xmlns:p14="http://schemas.microsoft.com/office/powerpoint/2010/main" val="350055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411C-E8D2-3D5D-D349-CE653812E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C210A-1C6F-0879-6BBF-67AB087CA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Dataset Source: Kaggle Marine Plastic Dataset</a:t>
            </a:r>
          </a:p>
          <a:p>
            <a:endParaRPr lang="en-US" dirty="0"/>
          </a:p>
          <a:p>
            <a:r>
              <a:rPr lang="en-US" dirty="0"/>
              <a:t>Classes:</a:t>
            </a:r>
          </a:p>
          <a:p>
            <a:pPr marL="457200" lvl="1" indent="0">
              <a:buNone/>
            </a:pPr>
            <a:r>
              <a:rPr lang="en-US" dirty="0"/>
              <a:t>- plastic</a:t>
            </a:r>
          </a:p>
          <a:p>
            <a:pPr marL="457200" lvl="1" indent="0">
              <a:buNone/>
            </a:pPr>
            <a:r>
              <a:rPr lang="en-US" dirty="0"/>
              <a:t>- no-plastic</a:t>
            </a:r>
          </a:p>
          <a:p>
            <a:endParaRPr lang="en-US" dirty="0"/>
          </a:p>
          <a:p>
            <a:r>
              <a:rPr lang="en-US" dirty="0"/>
              <a:t>Training Images: 1720</a:t>
            </a:r>
          </a:p>
          <a:p>
            <a:r>
              <a:rPr lang="en-US" dirty="0"/>
              <a:t>Testing Images: 430</a:t>
            </a:r>
          </a:p>
          <a:p>
            <a:endParaRPr lang="en-US" dirty="0"/>
          </a:p>
          <a:p>
            <a:r>
              <a:rPr lang="en-US" dirty="0"/>
              <a:t>The dataset is balanced, which reduces class bias.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917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1796-895B-F2A6-F3B9-4C2F3C73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8AF21-213D-3785-9FA2-52F9F6DA0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1. Dataset Collection</a:t>
            </a:r>
          </a:p>
          <a:p>
            <a:pPr marL="0" indent="0">
              <a:buNone/>
            </a:pPr>
            <a:r>
              <a:rPr lang="en-IN" dirty="0"/>
              <a:t>2. Data Understanding</a:t>
            </a:r>
          </a:p>
          <a:p>
            <a:pPr marL="0" indent="0">
              <a:buNone/>
            </a:pPr>
            <a:r>
              <a:rPr lang="en-IN" dirty="0"/>
              <a:t>3. Image Preprocessing</a:t>
            </a:r>
          </a:p>
          <a:p>
            <a:pPr marL="0" indent="0">
              <a:buNone/>
            </a:pPr>
            <a:r>
              <a:rPr lang="en-IN" dirty="0"/>
              <a:t>4. Baseline CNN Model</a:t>
            </a:r>
          </a:p>
          <a:p>
            <a:pPr marL="0" indent="0">
              <a:buNone/>
            </a:pPr>
            <a:r>
              <a:rPr lang="en-IN" dirty="0"/>
              <a:t>5. MobileNetV2 Transfer Learning</a:t>
            </a:r>
          </a:p>
          <a:p>
            <a:pPr marL="0" indent="0">
              <a:buNone/>
            </a:pPr>
            <a:r>
              <a:rPr lang="en-IN" dirty="0"/>
              <a:t>6. Model Comparison</a:t>
            </a:r>
          </a:p>
          <a:p>
            <a:pPr marL="0" indent="0">
              <a:buNone/>
            </a:pPr>
            <a:r>
              <a:rPr lang="en-IN" dirty="0"/>
              <a:t>7. Prediction Demo</a:t>
            </a:r>
          </a:p>
        </p:txBody>
      </p:sp>
    </p:spTree>
    <p:extLst>
      <p:ext uri="{BB962C8B-B14F-4D97-AF65-F5344CB8AC3E}">
        <p14:creationId xmlns:p14="http://schemas.microsoft.com/office/powerpoint/2010/main" val="471304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3981-5BF6-A4AE-8B65-9EAA54D7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8BDF-D318-8353-E395-D9FFAF4DE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Baseline CNN</a:t>
            </a:r>
          </a:p>
          <a:p>
            <a:pPr marL="0" indent="0">
              <a:buNone/>
            </a:pPr>
            <a:r>
              <a:rPr lang="en-IN" dirty="0"/>
              <a:t>- Validation Accuracy: 90.12%</a:t>
            </a:r>
          </a:p>
          <a:p>
            <a:pPr marL="0" indent="0">
              <a:buNone/>
            </a:pPr>
            <a:r>
              <a:rPr lang="en-IN" dirty="0"/>
              <a:t>- Test Accuracy: 76.05%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MobileNetV2</a:t>
            </a:r>
          </a:p>
          <a:p>
            <a:pPr marL="0" indent="0">
              <a:buNone/>
            </a:pPr>
            <a:r>
              <a:rPr lang="en-IN" dirty="0"/>
              <a:t>- Validation Accuracy: 96.51%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- Test Accuracy: 89.77%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Final Best Model:</a:t>
            </a:r>
          </a:p>
          <a:p>
            <a:pPr marL="0" indent="0">
              <a:buNone/>
            </a:pPr>
            <a:r>
              <a:rPr lang="en-IN" dirty="0"/>
              <a:t>MobileNetV2</a:t>
            </a:r>
          </a:p>
        </p:txBody>
      </p:sp>
    </p:spTree>
    <p:extLst>
      <p:ext uri="{BB962C8B-B14F-4D97-AF65-F5344CB8AC3E}">
        <p14:creationId xmlns:p14="http://schemas.microsoft.com/office/powerpoint/2010/main" val="1359434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C633-5F69-E14B-6C1A-DB42F7B2E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Comparison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B1F49-6D9A-3181-BBD5-4EDED1152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Baseline CNN:</a:t>
            </a:r>
          </a:p>
          <a:p>
            <a:pPr marL="0" indent="0">
              <a:buNone/>
            </a:pPr>
            <a:r>
              <a:rPr lang="en-US" dirty="0"/>
              <a:t>- Good training performance</a:t>
            </a:r>
          </a:p>
          <a:p>
            <a:pPr marL="0" indent="0">
              <a:buNone/>
            </a:pPr>
            <a:r>
              <a:rPr lang="en-US" dirty="0"/>
              <a:t>- Overfitting observed</a:t>
            </a:r>
          </a:p>
          <a:p>
            <a:pPr marL="0" indent="0">
              <a:buNone/>
            </a:pPr>
            <a:r>
              <a:rPr lang="en-US" dirty="0"/>
              <a:t>- Lower test accuracy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MobileNetV2:</a:t>
            </a:r>
          </a:p>
          <a:p>
            <a:pPr marL="0" indent="0">
              <a:buNone/>
            </a:pPr>
            <a:r>
              <a:rPr lang="en-US" dirty="0"/>
              <a:t>- Better feature extraction</a:t>
            </a:r>
          </a:p>
          <a:p>
            <a:pPr marL="0" indent="0">
              <a:buNone/>
            </a:pPr>
            <a:r>
              <a:rPr lang="en-US" dirty="0"/>
              <a:t>- Better generalization</a:t>
            </a:r>
          </a:p>
          <a:p>
            <a:pPr marL="0" indent="0">
              <a:buNone/>
            </a:pPr>
            <a:r>
              <a:rPr lang="en-US" dirty="0"/>
              <a:t>- Higher test accuracy</a:t>
            </a:r>
          </a:p>
          <a:p>
            <a:pPr marL="0" indent="0">
              <a:buNone/>
            </a:pPr>
            <a:r>
              <a:rPr lang="en-US" dirty="0"/>
              <a:t>- Stable validation loss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358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F3CE-0EE7-34C9-CD6A-5C20EC60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C7367-D4D9-3FA6-BCF2-70B9197BC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project successfully detects marine plastic waste from ocean images.</a:t>
            </a:r>
          </a:p>
          <a:p>
            <a:endParaRPr lang="en-US" dirty="0"/>
          </a:p>
          <a:p>
            <a:r>
              <a:rPr lang="en-US" dirty="0"/>
              <a:t>Transfer learning significantly improved test accuracy from 76% to nearly 90%.</a:t>
            </a:r>
          </a:p>
          <a:p>
            <a:endParaRPr lang="en-US" dirty="0"/>
          </a:p>
          <a:p>
            <a:r>
              <a:rPr lang="en-US" dirty="0"/>
              <a:t>This system can support real-world environmental monitoring applications.</a:t>
            </a:r>
          </a:p>
          <a:p>
            <a:endParaRPr lang="en-US" dirty="0"/>
          </a:p>
          <a:p>
            <a:r>
              <a:rPr lang="en-US" dirty="0"/>
              <a:t>SDG Goal 14: Life Below Water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0965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OceanPlastic Detector Deep Learning-Based Identification of Marine Plastic Waste from Ocean Images </vt:lpstr>
      <vt:lpstr>Problem Statement</vt:lpstr>
      <vt:lpstr> Objectives</vt:lpstr>
      <vt:lpstr> Dataset</vt:lpstr>
      <vt:lpstr>Methodology</vt:lpstr>
      <vt:lpstr>Results</vt:lpstr>
      <vt:lpstr>Model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subhashini R.kaushika</dc:creator>
  <cp:lastModifiedBy>subhashini R.kaushika</cp:lastModifiedBy>
  <cp:revision>1</cp:revision>
  <dcterms:created xsi:type="dcterms:W3CDTF">2026-04-13T05:07:21Z</dcterms:created>
  <dcterms:modified xsi:type="dcterms:W3CDTF">2026-04-13T05:08:17Z</dcterms:modified>
</cp:coreProperties>
</file>